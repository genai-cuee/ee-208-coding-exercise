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68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Exercise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Loops &amp; Breakpoints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student final scores with NumPy — and finding the first failing 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82880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0E2A38"/>
          </a:solidFill>
          <a:ln/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58200" y="205740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14232" y="205740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70264" y="205740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58200" y="237744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report.py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 err="1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final_scores.shape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(8, 1)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(expected: (8,))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unsupported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string...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files, two bugs, one grade report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student_scores.py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functions: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compute_final_scores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(NumPy matrix math) and find_first_failing_student() (a for-loop with a break). Each has one bug.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runnable script (don't edit this!) that builds an 8-student roster, computes scores, and reports the first student below 70.0.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shape (8, 4) — 8 students x HW1/HW2/Midterm/Final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shape (4,) — 0.15 / 0.15 / 0.30 / 0.40 (sums to 1.0)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PASSING_GRADE = 70.0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75120" y="45262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bugs in student_scores.py: a NumPy shape problem in </a:t>
            </a:r>
            <a:r>
              <a:rPr lang="en-US" sz="1400" dirty="0" err="1">
                <a:solidFill>
                  <a:srgbClr val="E6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compute_final_scores</a:t>
            </a:r>
            <a:r>
              <a:rPr lang="en-US" sz="1400" dirty="0">
                <a:solidFill>
                  <a:srgbClr val="E6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and a for-loop break condition in find_first_failing_student(). Make python report.py run cleanly and report the correct student.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Roster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students, 4 assignments — who's at risk?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583680" cy="427939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Dinesh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Weights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0" y="23317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HW1: 15%      HW2: 15%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Midterm: 30%   Final: 40%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[0.15, 0.15, 0.30, 0.40]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06640" y="379476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FEF6E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809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Students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0" y="4526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 and Hugo both have low scores across the board. The report should find Dinesh FIRST, since he comes earlier in roster order (index 3 vs. index 7).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1: </a:t>
            </a:r>
            <a:r>
              <a:rPr lang="en-US" sz="32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compute_final_scores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NumPy shape problem hiding behind a reshape()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2743200"/>
          </a:xfrm>
          <a:prstGeom prst="roundRect">
            <a:avLst>
              <a:gd name="adj" fmla="val 2667"/>
            </a:avLst>
          </a:prstGeom>
          <a:solidFill>
            <a:srgbClr val="0E2A38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600" dirty="0" err="1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compute_final_scores</a:t>
            </a: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(scores, weights):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n_students, n_assignments = scores.shape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weights_col = weights.reshape(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n_assignments, 1)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 err="1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final_scores</a:t>
            </a: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scores @ weights_col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600" dirty="0" err="1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(8,4) @ (4,1) -&gt; (8,1)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1206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shape (8,) — one number per student — but the column-vector reshape adds an extra dimension, giving (8, 1) instead.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1554480"/>
            <a:ext cx="484632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Going Wrong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194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weights.reshape(4, 1) turns a (4,) vector into a (4,1) column. scores @ weights_col then yields (8,4) @ (4,1) -&gt; (8,1), not (8,).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429000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Yourself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does weights already have? Do we even need the reshape() to get scores @ weights -&gt; (8,)?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66560" y="489204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E7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5010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40880" y="534924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0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@ weights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49840" y="5349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(8,)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Investigating with .shape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don't lie — even when code doesn't crash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Habit: whenever a NumPy result looks wrong (or the script crashes downstream), print .shape at every step — don't wait for an error.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0E2A38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student_scores import </a:t>
            </a:r>
            <a:r>
              <a:rPr lang="en-US" sz="1600" dirty="0" err="1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compute_final_scores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report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print(report.scores.shape)    # (8, 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print(report.weights.shape)   # (4,)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weights_col = report.weights.reshape(4, 1)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print(weights_col.shape)      # (4, 1)  &lt;- already suspicious!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report.scores @ weights_col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print(result.shape)           # (8, 1)  &lt;- not (8,) 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2: find_first_failing_student()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for-loop break condition that's always true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0E2A38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name in enumerate(student_names):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</a:t>
            </a:r>
            <a:r>
              <a:rPr lang="en-US" sz="1600" dirty="0" err="1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final_scores</a:t>
            </a: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&gt;&gt;&gt; BREAKPOINT HERE &lt;&lt;&lt;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&gt;= 0: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first_failing_index = 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first_failing_name = 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first_failing_index, first_failing_name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484632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Going Wrong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2194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&gt;= 0 is TRUE on the very first iteration (i=0) and every iteration after. The loop breaks immediately at Alice — who is passing with grade 89.45!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3429000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Yourself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break ONLY when this student is failing. What comparison between grade and PASSING_GRADE expresses 'this student failed'?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489204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E7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0" y="5010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0" y="53492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0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&lt; PASSING_SCORE: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Investigating with a Breakpoint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the loop, one student at a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89.45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fixed condition: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loop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5468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29000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78.50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30632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fixed condition: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93.75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0632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fixed condition: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loop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1540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189720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BEAE9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726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7260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Dinesh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726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60.05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72600" y="30632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7260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726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HERE ✓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0E2A38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Watch Panel (at breakpoint, each iteration)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         -&gt; 0, 1, 2, 3, ...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-&gt; 'Alice', 'Bob', 'Carla', 'Dinesh', ...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        -&gt; 89.45, 78.50, 93.75, 60.05,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PASSING_SCORE  -&gt; False, False, False, True  &lt;- stop here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after both fixes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0E2A38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Final Scores ===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 err="1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final_scores.shape</a:t>
            </a:r>
            <a:r>
              <a:rPr lang="en-US" sz="15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(8,)  (expected: (8,))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89.45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78.50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Carla: 93.75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Dinesh: 60.05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Elena: 87.60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Farid: 70.70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Grace: 95.95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Hugo: 59.85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First Failing Student (score &lt; 70.0) ===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failing student: Dinesh (index 3), score = 60.05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2331720"/>
            <a:ext cx="365760" cy="365760"/>
          </a:xfrm>
          <a:prstGeom prst="ellipse">
            <a:avLst/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524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5240" y="25877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final_scores.shape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== (8,) — a plain 1D array, not (8, 1).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0" y="3246120"/>
            <a:ext cx="365760" cy="365760"/>
          </a:xfrm>
          <a:prstGeom prst="ellipse">
            <a:avLst/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crash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35240" y="3502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grade prints as a normal float with .2f formatting.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0" y="4160520"/>
            <a:ext cx="365760" cy="365760"/>
          </a:xfrm>
          <a:prstGeom prst="ellipse">
            <a:avLst/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failure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4416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 (index 3) is reported, not Hugo (index 7).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0" y="5074920"/>
            <a:ext cx="365760" cy="365760"/>
          </a:xfrm>
          <a:prstGeom prst="ellipse">
            <a:avLst/>
          </a:prstGeom>
          <a:solidFill>
            <a:srgbClr val="1E7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35240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5330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everyone passes, output is 'No failing students found.'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Questions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@ weights and scores @ weights.reshape(-1, 1) both run without error but give different shapes. Why is checking .shape important even when code doesn't crash?</a:t>
            </a:r>
            <a:endParaRPr lang="en-US" sz="19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&gt;= 0: is always True for enumerate() starting at 0 — yet Python never raised an error for this 'useless' condition. What does that tell you about relying on crashes alone?</a:t>
            </a:r>
            <a:endParaRPr lang="en-US" sz="19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reach for a debugger breakpoint instead of print() to investigate a loop like this one?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don't edit report.py — only fix student_scores.py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1230</Words>
  <Application>Microsoft Office PowerPoint</Application>
  <PresentationFormat>Widescreen</PresentationFormat>
  <Paragraphs>209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 Exercise 2: Shapes, Loops, and Breakpoints</dc:title>
  <dc:subject>PptxGenJS Presentation</dc:subject>
  <dc:creator>Claude</dc:creator>
  <cp:lastModifiedBy>Suwichaya Suwanwimolkul</cp:lastModifiedBy>
  <cp:revision>13</cp:revision>
  <cp:lastPrinted>2026-06-13T07:17:52Z</cp:lastPrinted>
  <dcterms:created xsi:type="dcterms:W3CDTF">2026-06-13T06:45:35Z</dcterms:created>
  <dcterms:modified xsi:type="dcterms:W3CDTF">2026-06-13T07:18:17Z</dcterms:modified>
</cp:coreProperties>
</file>